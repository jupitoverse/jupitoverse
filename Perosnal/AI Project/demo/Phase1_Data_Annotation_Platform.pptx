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Data Annotation Platform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Phase 1 — Architecture, Data Model &amp; Delivery Confidence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Technical proposal for stakeholder alignment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6A34A"/>
                </a:solidFill>
              </a:defRPr>
            </a:pPr>
            <a:r>
              <a:t>Phase 1 — What We Deliver (8–10 weeks)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End-to-end flow: Workspace → Project → Batch → Task → Annotation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REST APIs (OpenAPI): CRUD for all entities, queue, pipeline controls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FIFO queue with deterministic claim locking (no double-claim)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Multi-stage pipeline: L1 → Review → Done (configurable)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Three portals: Ops (dashboard, controls), Rater (queue, annotate), Reviewer (review, approve)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Auth &amp; RBAC: Login, roles (Ops, Rater, Reviewer, Admin), internal vs external separation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Task UI: Schema-driven; text, image, audio, video; single/multi-select, free-text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Storage: PostgreSQL (transactional), S3/Azure Blob (assets), signed URLs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Baseline logging: claims, submissions, status transitions (structured JSON)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6A34A"/>
                </a:solidFill>
              </a:defRPr>
            </a:pPr>
            <a:r>
              <a:t>High-Level Architecture (Phase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Client: Browser — Ops Portal, Rater Portal, Reviewer Portal (HTTPS)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API layer: FastAPI — REST, OpenAPI, JWT auth, RBAC. Routes: /auth, /workspaces, /projects, /batches, /tasks, /queue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Data layer: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• PostgreSQL — users, workspaces, projects, batches, tasks, annotations, pipeline state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• S3 / Azure Blob — task assets, uploads, export artifacts; signed URLs for access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• Redis (optional) — claim locking, cache, Celery broker for async jobs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Deployment: Containerized API (Docker); cloud compute (Azure App Service / AWS ECS); secrets from vault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6A34A"/>
                </a:solidFill>
              </a:defRPr>
            </a:pPr>
            <a:r>
              <a:t>Data Model — Core Entities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Workspace  (1) ──────&lt; (N) Project   — Top-level isolation; name, description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Project    (1) ──────&lt; (N) Batch    — pipeline_stages[], response_schema (JSON)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Batch      (1) ──────&lt; (N) Task     — FIFO order by created_at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Task       (1) ──────&lt; (N) Annotation — status, pipeline_stage, content (JSON), claimed_by_id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User       (1) ──────&lt; (N) Task (claimed)  — email, role, hashed_password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User       (1) ──────&lt; (N) Annotation     — response (JSON), pipeline_stage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Key design: Response schema is JSON (flexible); UI components derived from schema.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Pipeline stages and statuses are configurable per project (e.g. L1, Review, Hold, Done).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6A34A"/>
                </a:solidFill>
              </a:defRPr>
            </a:pPr>
            <a:r>
              <a:t>Pipeline &amp; Status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Task statuses: pending → claimed → in_review → done (or hold, archived)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Pipeline stages (e.g.): L1 → Review → Done. Ops can advance, hold, or archive.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Flow: Rater claims task (FIFO) → submits annotation → task moves to Review.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     Reviewer opens task → approves or edits → task moves to Done.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Claim locking: Single source of truth (DB or Redis); no task claimed by two raters.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All state transitions are logged for audit.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6A34A"/>
                </a:solidFill>
              </a:defRPr>
            </a:pPr>
            <a:r>
              <a:t>Workflow &amp; Data Visibility (PRD-Aligned)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Workflows: Configurable graphs of nodes (form, review, API, DB, manual) and edges; unique node ID and instance ID per run.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Annotation flow: Upload file (image/doc) → form node (add attributes) → submit → review node → task enters work queue.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Work queue: Manual/review nodes assign tasks to queues; users see only tasks in their queue (by role or hierarchy).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Task tab: One view with filters and sorting (status, workflow, date, assignee); data scoped by visibility.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Data visibility: Admin sees all workflows, tasks, and data; other users see only tasks assigned to them or in their queue.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Child workflows: A node can start a sub-workflow; completion is sequential (child completes then parent continues).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6A34A"/>
                </a:solidFill>
              </a:defRPr>
            </a:pPr>
            <a:r>
              <a:t>Infrastructure (Phase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Compute: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• API: Containerized (Docker); Azure App Service / Container Apps or AWS ECS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• Optional workers: Celery + Redis for async (export, bulk ops)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Database: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• PostgreSQL 14+ (managed: Azure DB for PostgreSQL or AWS RDS)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• JSONB for response_schema, content, response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Storage: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• S3 or Azure Blob: task assets, uploads, export artifacts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• Signed URLs for secure access; no public bucket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Secrets: Azure Key Vault / AWS Secrets Manager (DB URL, API keys, JWT secret)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DNS &amp; TLS: Hostnames and HTTPS via cloud LB or App Gateway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Environments: Dev, Staging, Prod with isolated DB and storage per env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6A34A"/>
                </a:solidFill>
              </a:defRPr>
            </a:pPr>
            <a:r>
              <a:t>Deployment &amp;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Version control: Git, GitHub (or customer's repo); branch strategy (e.g. main + feature branches)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CI: GitHub Actions (or customer's pipeline) — on push/PR: build, run tests, lint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Build: Docker image for API (and optional workers); multi-stage build for smaller image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Deploy: Push image to registry (ACR/ECR); deploy to App Service / ECS with rolling update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Database: Migrations (e.g. Alembic) run as part of release or separate step; backward-compatible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Secrets: Injected via environment or cloud secret store; never in image or repo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Rollback: Previous image tag; DB migrations are forward and backward compatible where possible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6A34A"/>
                </a:solidFill>
              </a:defRPr>
            </a:pPr>
            <a:r>
              <a:t>Monitoring, Logging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Logging: Structured JSON logs (request id, user, action, duration, status); stdout → log aggregator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Events logged: login, task claim, task submit, status change, Ops actions (advance, archive); no PII in logs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Metrics: API latency (p50/p95), error rate, queue depth, tasks per status; exposed via Prometheus or cloud native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Dashboards: Operational view (tasks by status, throughput, errors); Datadog / Azure Monitor / CloudWatch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Alerts: Error rate spike, latency SLO breach, queue backlog; PagerDuty/email/Slack as needed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Audit: Key actions (who did what, when) stored and searchable; retention per policy (e.g. 90 days)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6A34A"/>
                </a:solidFill>
              </a:defRPr>
            </a:pPr>
            <a:r>
              <a:t>Security &amp; Compliance (Phase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Authentication: Login with credentials; JWT for API; optional Okta SSO in Phase 2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Authorization: RBAC — Ops, Rater, Reviewer, Admin; internal vs external separation; enforced server-side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Data in transit: HTTPS only; TLS 1.2+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Data at rest: DB and blob storage encrypted (cloud default or customer-managed keys)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Secrets: Stored in vault; rotated per policy; not in code or config in repo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Audit: All sensitive actions logged; logs retained and accessible for compliance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6A34A"/>
                </a:solidFill>
              </a:defRPr>
            </a:pPr>
            <a:r>
              <a:t>Why We Can Build This — Confidence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Proven stack: Python/FastAPI, PostgreSQL, Redis, S3/Blob — widely used and maintainable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Clear scope: Phase 1 is bounded by PRD; we deliver the MVP flow and foundations first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Working demo: V3 demo shows end-to-end flow (Ops, Rater, Reviewer); we extend and harden it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Single codebase: One platform for all personas; no fragmented systems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Phased delivery: You see working software in 8–10 weeks; we iterate with your feedback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Discovery first: We align on users, load, and integrations before build to avoid rework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Workflow &amp; visibility: Graph-based workflows and Admin vs user-wise data are designed per PRD (see Developer Guide).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6A34A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1. Align on Phase 1 scope and timeline (8–10 weeks, 3–4 people)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2. Confirm infrastructure: cloud, region, and any existing CI/CD we plug into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3. Answer discovery questions (users, load, integrations, data constraints)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4. Kick off: repo, backlog, and first sprint; regular demos to stakeholders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